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49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15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66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77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707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0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6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16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10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83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03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7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19524-DB4C-487D-8D4D-DE65BDE5D72F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33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48408"/>
            <a:ext cx="9144000" cy="3061555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АРХАНГЕЛЬСКИЙ КОЛЛЕДЖ ТЕЛЕКОММУНИКАЦИЙ ИМ. Б.Л. РОЗИНГА (ФИЛИАЛ)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(АКТ (ф)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подсистемы «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Белозорие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Расписание сотрудников склада»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337" y="3602037"/>
            <a:ext cx="12019085" cy="3009777"/>
          </a:xfrm>
        </p:spPr>
        <p:txBody>
          <a:bodyPr>
            <a:normAutofit/>
          </a:bodyPr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ИСПП-21: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Мошников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Артём Вячеславович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Маломан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Юлия Сергеевна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253734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9494" y="1818911"/>
            <a:ext cx="6974305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Актуальность проекта обоснована необходимостью упростить процесс составления и просмотр расписания склада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1B58B-3181-4068-BD34-EA4CFC6C34F3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2/9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606274-40BE-4C7D-88F1-84B028B33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94" y="2027820"/>
            <a:ext cx="2802360" cy="280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9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+mn-lt"/>
              </a:rPr>
              <a:t>Целевая аудитория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      Работники склада                                 Менеджеры склада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993BF-8295-4185-AD25-68933ADF9016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3/9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814" y="2442059"/>
            <a:ext cx="1831002" cy="183100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605" y="2267143"/>
            <a:ext cx="2180833" cy="218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+mn-lt"/>
              </a:rPr>
              <a:t>Цель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3874" y="1825625"/>
            <a:ext cx="6829926" cy="1735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/>
              <a:t>Требуется разработать веб-приложение для управления расписанием сотрудников склада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119AE-FAE1-45FE-AE17-57B269AF3B7A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4/9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A2030D-BCD1-433B-BB5E-B0DC75F75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6073"/>
            <a:ext cx="2917188" cy="291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0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1168" y="1825625"/>
            <a:ext cx="903263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Спроектировать и разработать базу данных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Спроектировать и разработать интерфейс приложения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Реализовать разделение ролей пользователей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Реализовать внутреннюю логику работы приложения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97084-2496-4ED5-A808-EE7D0386D83C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5/9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07" y="2602157"/>
            <a:ext cx="911469" cy="91146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07" y="3581071"/>
            <a:ext cx="911469" cy="9114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07" y="4665661"/>
            <a:ext cx="999393" cy="9993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7E4F0A-AFE0-4226-A082-E52109BFFC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61" y="1506563"/>
            <a:ext cx="1111560" cy="111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7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9451"/>
            <a:ext cx="10515600" cy="63590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+mn-lt"/>
              </a:rPr>
              <a:t>Средства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6/9</a:t>
            </a:r>
          </a:p>
        </p:txBody>
      </p:sp>
      <p:pic>
        <p:nvPicPr>
          <p:cNvPr id="6" name="Изображение 4" descr="Visual-Studio-logo">
            <a:extLst>
              <a:ext uri="{FF2B5EF4-FFF2-40B4-BE49-F238E27FC236}">
                <a16:creationId xmlns:a16="http://schemas.microsoft.com/office/drawing/2014/main" id="{EBFEE58C-7B5B-4FAF-9EE0-1691C6E5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804" y="1385150"/>
            <a:ext cx="3296285" cy="1854200"/>
          </a:xfrm>
          <a:prstGeom prst="rect">
            <a:avLst/>
          </a:prstGeom>
        </p:spPr>
      </p:pic>
      <p:pic>
        <p:nvPicPr>
          <p:cNvPr id="7" name="Изображение 14" descr="773602">
            <a:extLst>
              <a:ext uri="{FF2B5EF4-FFF2-40B4-BE49-F238E27FC236}">
                <a16:creationId xmlns:a16="http://schemas.microsoft.com/office/drawing/2014/main" id="{B20E683F-C16D-4501-81FA-063C211B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85" y="1385150"/>
            <a:ext cx="1724660" cy="1854200"/>
          </a:xfrm>
          <a:prstGeom prst="rect">
            <a:avLst/>
          </a:prstGeom>
        </p:spPr>
      </p:pic>
      <p:pic>
        <p:nvPicPr>
          <p:cNvPr id="8" name="Изображение 18" descr="mysqlworkbench_93532">
            <a:extLst>
              <a:ext uri="{FF2B5EF4-FFF2-40B4-BE49-F238E27FC236}">
                <a16:creationId xmlns:a16="http://schemas.microsoft.com/office/drawing/2014/main" id="{8E4B0DDB-BD9B-451E-82D1-7AEAB8E5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524" y="1385150"/>
            <a:ext cx="1854200" cy="1854200"/>
          </a:xfrm>
          <a:prstGeom prst="rect">
            <a:avLst/>
          </a:prstGeom>
        </p:spPr>
      </p:pic>
      <p:pic>
        <p:nvPicPr>
          <p:cNvPr id="10" name="Изображение 6">
            <a:extLst>
              <a:ext uri="{FF2B5EF4-FFF2-40B4-BE49-F238E27FC236}">
                <a16:creationId xmlns:a16="http://schemas.microsoft.com/office/drawing/2014/main" id="{7A4FB3D7-4931-4B14-AAAB-3DF234282B0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82618" y="3734015"/>
            <a:ext cx="1483360" cy="1854200"/>
          </a:xfrm>
          <a:prstGeom prst="rect">
            <a:avLst/>
          </a:prstGeom>
        </p:spPr>
      </p:pic>
      <p:pic>
        <p:nvPicPr>
          <p:cNvPr id="11" name="Изображение 7">
            <a:extLst>
              <a:ext uri="{FF2B5EF4-FFF2-40B4-BE49-F238E27FC236}">
                <a16:creationId xmlns:a16="http://schemas.microsoft.com/office/drawing/2014/main" id="{3FFEC352-8BDD-45A3-B630-6F6A55B93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688" y="3843770"/>
            <a:ext cx="1445260" cy="1854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D4398A-316B-4427-859A-C837260072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080" y="1385150"/>
            <a:ext cx="1905266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7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9371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Архитектура системы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824" y="2632252"/>
            <a:ext cx="1761427" cy="176142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4A017-41F8-4A2F-9B6E-1A460BB61FA3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7/9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C73E33-8D34-46EC-B4FD-50E9DA8F8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371" y="2585191"/>
            <a:ext cx="1810571" cy="18105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AF9C5D-C410-4087-AE54-36D7C94AB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23" y="1791697"/>
            <a:ext cx="1363727" cy="13637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E4A0DB-E756-4DDD-AB16-A0F0C9DFDB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23" y="4356762"/>
            <a:ext cx="1363728" cy="1363728"/>
          </a:xfrm>
          <a:prstGeom prst="rect">
            <a:avLst/>
          </a:prstGeom>
        </p:spPr>
      </p:pic>
      <p:sp>
        <p:nvSpPr>
          <p:cNvPr id="44" name="Стрелка: вниз 43">
            <a:extLst>
              <a:ext uri="{FF2B5EF4-FFF2-40B4-BE49-F238E27FC236}">
                <a16:creationId xmlns:a16="http://schemas.microsoft.com/office/drawing/2014/main" id="{86F54EF6-6A67-49F1-A626-139A06310A95}"/>
              </a:ext>
            </a:extLst>
          </p:cNvPr>
          <p:cNvSpPr/>
          <p:nvPr/>
        </p:nvSpPr>
        <p:spPr>
          <a:xfrm>
            <a:off x="1867302" y="3272589"/>
            <a:ext cx="173254" cy="108417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трелка: вниз 46">
            <a:extLst>
              <a:ext uri="{FF2B5EF4-FFF2-40B4-BE49-F238E27FC236}">
                <a16:creationId xmlns:a16="http://schemas.microsoft.com/office/drawing/2014/main" id="{B6D19DC0-1BF6-43A7-991F-233857C0180C}"/>
              </a:ext>
            </a:extLst>
          </p:cNvPr>
          <p:cNvSpPr/>
          <p:nvPr/>
        </p:nvSpPr>
        <p:spPr>
          <a:xfrm rot="10800000">
            <a:off x="2306199" y="3272589"/>
            <a:ext cx="173254" cy="108417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Стрелка: вниз 47">
            <a:extLst>
              <a:ext uri="{FF2B5EF4-FFF2-40B4-BE49-F238E27FC236}">
                <a16:creationId xmlns:a16="http://schemas.microsoft.com/office/drawing/2014/main" id="{DB1F73C8-7ABF-4C1C-BAEE-3ECD6CE0E88E}"/>
              </a:ext>
            </a:extLst>
          </p:cNvPr>
          <p:cNvSpPr/>
          <p:nvPr/>
        </p:nvSpPr>
        <p:spPr>
          <a:xfrm rot="16200000">
            <a:off x="7474021" y="2478501"/>
            <a:ext cx="173251" cy="176142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Стрелка: вниз 48">
            <a:extLst>
              <a:ext uri="{FF2B5EF4-FFF2-40B4-BE49-F238E27FC236}">
                <a16:creationId xmlns:a16="http://schemas.microsoft.com/office/drawing/2014/main" id="{61DF717B-D9EF-42D9-B4CB-2C6B398AC1D8}"/>
              </a:ext>
            </a:extLst>
          </p:cNvPr>
          <p:cNvSpPr/>
          <p:nvPr/>
        </p:nvSpPr>
        <p:spPr>
          <a:xfrm rot="5400000">
            <a:off x="7474022" y="2933962"/>
            <a:ext cx="173251" cy="176142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трелка: вниз 50">
            <a:extLst>
              <a:ext uri="{FF2B5EF4-FFF2-40B4-BE49-F238E27FC236}">
                <a16:creationId xmlns:a16="http://schemas.microsoft.com/office/drawing/2014/main" id="{689E6949-3E12-4AF0-8EFD-D457B524EB7F}"/>
              </a:ext>
            </a:extLst>
          </p:cNvPr>
          <p:cNvSpPr/>
          <p:nvPr/>
        </p:nvSpPr>
        <p:spPr>
          <a:xfrm rot="6211573">
            <a:off x="3776907" y="1647672"/>
            <a:ext cx="136358" cy="176142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: вниз 51">
            <a:extLst>
              <a:ext uri="{FF2B5EF4-FFF2-40B4-BE49-F238E27FC236}">
                <a16:creationId xmlns:a16="http://schemas.microsoft.com/office/drawing/2014/main" id="{4A92FA02-A60B-4F64-A696-3D7A5D1002E4}"/>
              </a:ext>
            </a:extLst>
          </p:cNvPr>
          <p:cNvSpPr/>
          <p:nvPr/>
        </p:nvSpPr>
        <p:spPr>
          <a:xfrm rot="17014807">
            <a:off x="3722520" y="1940589"/>
            <a:ext cx="149981" cy="176142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889FD0-225E-4039-9C67-3E515B779BEA}"/>
              </a:ext>
            </a:extLst>
          </p:cNvPr>
          <p:cNvSpPr txBox="1"/>
          <p:nvPr/>
        </p:nvSpPr>
        <p:spPr>
          <a:xfrm>
            <a:off x="4813373" y="4263991"/>
            <a:ext cx="167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Сервер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242D1E-250F-4662-B88A-DEBB0089AB68}"/>
              </a:ext>
            </a:extLst>
          </p:cNvPr>
          <p:cNvSpPr txBox="1"/>
          <p:nvPr/>
        </p:nvSpPr>
        <p:spPr>
          <a:xfrm>
            <a:off x="8664371" y="4356762"/>
            <a:ext cx="167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Браузер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B60C9D-F2C6-40C3-BF91-FA17C146CA76}"/>
              </a:ext>
            </a:extLst>
          </p:cNvPr>
          <p:cNvSpPr txBox="1"/>
          <p:nvPr/>
        </p:nvSpPr>
        <p:spPr>
          <a:xfrm>
            <a:off x="1311472" y="5428102"/>
            <a:ext cx="167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MySQL</a:t>
            </a:r>
            <a:endParaRPr lang="ru-RU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238210-91D1-43C7-B6CB-93459535F47C}"/>
              </a:ext>
            </a:extLst>
          </p:cNvPr>
          <p:cNvSpPr txBox="1"/>
          <p:nvPr/>
        </p:nvSpPr>
        <p:spPr>
          <a:xfrm>
            <a:off x="754134" y="1295744"/>
            <a:ext cx="2787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SheduleApp.dll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0716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Преимущества разработанного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11215"/>
            <a:ext cx="3698631" cy="307730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Оптимизация времени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838A1-8C5A-4A62-AE25-465AF7EFE7BE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8/9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161" y="2170108"/>
            <a:ext cx="2010848" cy="201084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083" y="2168769"/>
            <a:ext cx="2010848" cy="2010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79384" y="4365303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Расширяемость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77" y="2167645"/>
            <a:ext cx="2013438" cy="20134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54839" y="4365303"/>
            <a:ext cx="2558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Специализация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3093880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 проекта достигнута: создано веб-приложение для управления расписанием сотрудников склада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7ADC5-68C5-436B-8E37-8BEDE5DCAA2D}"/>
              </a:ext>
            </a:extLst>
          </p:cNvPr>
          <p:cNvSpPr txBox="1"/>
          <p:nvPr/>
        </p:nvSpPr>
        <p:spPr>
          <a:xfrm>
            <a:off x="11353800" y="6298472"/>
            <a:ext cx="66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9/9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D6AB10-59DE-4C4F-9136-9E740486F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898" y="2904268"/>
            <a:ext cx="3394204" cy="339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4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48408"/>
            <a:ext cx="9144000" cy="3061555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АРХАНГЕЛЬСКИЙ КОЛЛЕДЖ ТЕЛЕКОММУНИКАЦИЙ ИМ. Б.Л. РОЗИНГА (ФИЛИАЛ)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(АКТ (ф)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подсистемы «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Белозорие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Расписание сотрудников склада»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337" y="3602037"/>
            <a:ext cx="12019085" cy="3009777"/>
          </a:xfrm>
        </p:spPr>
        <p:txBody>
          <a:bodyPr>
            <a:normAutofit/>
          </a:bodyPr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ИСПП-21: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Мошников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Артём Вячеславович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Маломан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Юлия Сергеевна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24481103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227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разработанного ПО</vt:lpstr>
      <vt:lpstr>Заключение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dc:title>
  <dc:creator>0109-13</dc:creator>
  <cp:lastModifiedBy>Артём</cp:lastModifiedBy>
  <cp:revision>28</cp:revision>
  <dcterms:created xsi:type="dcterms:W3CDTF">2025-11-24T10:45:16Z</dcterms:created>
  <dcterms:modified xsi:type="dcterms:W3CDTF">2025-12-10T19:13:18Z</dcterms:modified>
</cp:coreProperties>
</file>